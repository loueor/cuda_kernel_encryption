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1561465"/>
            <a:ext cx="11009630" cy="41408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95" y="497205"/>
            <a:ext cx="8504555" cy="11995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98550" y="2637790"/>
            <a:ext cx="968946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使用</a:t>
            </a:r>
            <a:r>
              <a:rPr lang="en-US" altLang="zh-CN"/>
              <a:t>LD_RELOAD</a:t>
            </a:r>
            <a:r>
              <a:rPr lang="zh-CN" altLang="en-US"/>
              <a:t>强制优先库加载，覆盖</a:t>
            </a:r>
            <a:r>
              <a:rPr lang="en-US" altLang="zh-CN"/>
              <a:t>cuLibraryLoadData </a:t>
            </a:r>
            <a:r>
              <a:rPr lang="zh-CN" altLang="en-US"/>
              <a:t>方法，强制拦截输入的参数。实验中对</a:t>
            </a:r>
            <a:br>
              <a:rPr lang="zh-CN" altLang="en-US"/>
            </a:br>
            <a:r>
              <a:rPr lang="en-US" altLang="zh-CN"/>
              <a:t>const void *code</a:t>
            </a:r>
            <a:br>
              <a:rPr lang="en-US" altLang="zh-CN"/>
            </a:br>
            <a:r>
              <a:rPr lang="zh-CN" altLang="en-US"/>
              <a:t>该参数做了简单的</a:t>
            </a:r>
            <a:r>
              <a:rPr lang="zh-CN" altLang="en-US"/>
              <a:t>加密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30910" y="488315"/>
            <a:ext cx="4860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测试传入的是</a:t>
            </a:r>
            <a:r>
              <a:rPr lang="en-US" altLang="zh-CN"/>
              <a:t>cubin</a:t>
            </a:r>
            <a:r>
              <a:rPr lang="zh-CN" altLang="en-US"/>
              <a:t>文件（</a:t>
            </a:r>
            <a:r>
              <a:rPr lang="en-US" altLang="zh-CN"/>
              <a:t>ELF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7845" y="2275205"/>
            <a:ext cx="3627755" cy="34982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32510" y="3854450"/>
            <a:ext cx="1640205" cy="2914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719070" y="4099560"/>
            <a:ext cx="3359785" cy="14814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2621280" y="2496185"/>
            <a:ext cx="3122295" cy="13582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035" y="1584325"/>
            <a:ext cx="3559175" cy="46164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635750" y="5520690"/>
            <a:ext cx="2741930" cy="4718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867900" y="4712335"/>
            <a:ext cx="23241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仅对可执行区域进行加密，再将</a:t>
            </a:r>
            <a:r>
              <a:rPr lang="en-US" altLang="zh-CN"/>
              <a:t>cubin</a:t>
            </a:r>
            <a:r>
              <a:rPr lang="zh-CN" altLang="en-US"/>
              <a:t>作为参数传入</a:t>
            </a:r>
            <a:r>
              <a:rPr lang="en-US" altLang="zh-CN">
                <a:sym typeface="+mn-ea"/>
              </a:rPr>
              <a:t>cuLibraryLoadData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78155" y="581660"/>
            <a:ext cx="54394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加载结果与原</a:t>
            </a:r>
            <a:r>
              <a:rPr lang="en-US" altLang="zh-CN"/>
              <a:t>PPT</a:t>
            </a:r>
            <a:r>
              <a:rPr lang="zh-CN" altLang="en-US"/>
              <a:t>结果一致（</a:t>
            </a:r>
            <a:r>
              <a:rPr lang="en-US" altLang="zh-CN"/>
              <a:t>CPU</a:t>
            </a:r>
            <a:r>
              <a:rPr lang="zh-CN" altLang="en-US"/>
              <a:t>加密、</a:t>
            </a:r>
            <a:r>
              <a:rPr lang="en-US" altLang="zh-CN"/>
              <a:t>GPU</a:t>
            </a:r>
            <a:r>
              <a:rPr lang="zh-CN" altLang="en-US"/>
              <a:t>未解密）</a:t>
            </a:r>
            <a:endParaRPr lang="zh-CN" altLang="en-US"/>
          </a:p>
        </p:txBody>
      </p:sp>
      <p:pic>
        <p:nvPicPr>
          <p:cNvPr id="4" name="图片 3" descr="88b9265a6c955999cdcb9d4e2928edb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710" y="1360805"/>
            <a:ext cx="7764145" cy="15976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609090" y="1321435"/>
            <a:ext cx="8087360" cy="594995"/>
          </a:xfrm>
          <a:prstGeom prst="rec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970" y="3318510"/>
            <a:ext cx="12617450" cy="22383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27330" y="3368675"/>
            <a:ext cx="11757025" cy="358140"/>
          </a:xfrm>
          <a:prstGeom prst="rec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5130" y="501650"/>
            <a:ext cx="26492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获取</a:t>
            </a:r>
            <a:r>
              <a:rPr lang="en-US" altLang="zh-CN"/>
              <a:t>GPU</a:t>
            </a:r>
            <a:r>
              <a:rPr lang="zh-CN" altLang="en-US"/>
              <a:t>侧内核所在</a:t>
            </a:r>
            <a:r>
              <a:rPr lang="zh-CN" altLang="en-US"/>
              <a:t>位置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122045"/>
            <a:ext cx="8891905" cy="11633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5160" y="2786380"/>
            <a:ext cx="52184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nvbit_get_func_addr </a:t>
            </a:r>
            <a:r>
              <a:rPr lang="zh-CN" altLang="en-US"/>
              <a:t>获取是</a:t>
            </a:r>
            <a:r>
              <a:rPr lang="en-US" altLang="zh-CN"/>
              <a:t>GPU</a:t>
            </a:r>
            <a:r>
              <a:rPr lang="zh-CN" altLang="en-US"/>
              <a:t>侧</a:t>
            </a:r>
            <a:r>
              <a:rPr lang="en-US" altLang="zh-CN"/>
              <a:t>kernel func</a:t>
            </a:r>
            <a:r>
              <a:rPr lang="zh-CN" altLang="en-US"/>
              <a:t>的</a:t>
            </a:r>
            <a:r>
              <a:rPr lang="zh-CN" altLang="en-US"/>
              <a:t>地址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" y="3801110"/>
            <a:ext cx="5305425" cy="2338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435" y="765810"/>
            <a:ext cx="10311130" cy="54425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240,&quot;width&quot;:336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</Words>
  <Application>WPS 演示</Application>
  <PresentationFormat>宽屏</PresentationFormat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hui</dc:creator>
  <cp:lastModifiedBy>94057</cp:lastModifiedBy>
  <cp:revision>6</cp:revision>
  <dcterms:created xsi:type="dcterms:W3CDTF">2025-10-31T11:49:00Z</dcterms:created>
  <dcterms:modified xsi:type="dcterms:W3CDTF">2025-10-31T15:00:33Z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EE3D81A3E65744E99CCA222928E5D65A</vt:lpwstr>
  </property>
  <property fmtid="{D5CDD505-2E9C-101B-9397-08002B2CF9AE}" pid="3" name="KSOProductBuildVer">
    <vt:lpwstr>2052-11.1.0.10943</vt:lpwstr>
  </property>
</Properties>
</file>