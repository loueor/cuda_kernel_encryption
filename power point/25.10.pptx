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62075" y="1249045"/>
            <a:ext cx="13131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.cu file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362075" y="1933575"/>
            <a:ext cx="13131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PTX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018665" y="2672715"/>
            <a:ext cx="13131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SASS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56310" y="778510"/>
            <a:ext cx="212471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FF0000"/>
                </a:solidFill>
              </a:rPr>
              <a:t>Host Code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>
            <a:stCxn id="5" idx="2"/>
            <a:endCxn id="7" idx="0"/>
          </p:cNvCxnSpPr>
          <p:nvPr/>
        </p:nvCxnSpPr>
        <p:spPr>
          <a:xfrm>
            <a:off x="2018665" y="1617345"/>
            <a:ext cx="0" cy="316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3"/>
          </p:cNvCxnSpPr>
          <p:nvPr/>
        </p:nvCxnSpPr>
        <p:spPr>
          <a:xfrm>
            <a:off x="2675255" y="2117725"/>
            <a:ext cx="1102995" cy="66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375660" y="1981835"/>
            <a:ext cx="216789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FF0000"/>
                </a:solidFill>
              </a:rPr>
              <a:t>GPU Driver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53180" y="2557780"/>
            <a:ext cx="13131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Init, Ctx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3853180" y="3242310"/>
            <a:ext cx="13131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Module,fun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3512185" y="3926840"/>
            <a:ext cx="19958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kernelLaunch</a:t>
            </a:r>
            <a:endParaRPr lang="en-US" altLang="zh-CN"/>
          </a:p>
        </p:txBody>
      </p:sp>
      <p:cxnSp>
        <p:nvCxnSpPr>
          <p:cNvPr id="21" name="直接箭头连接符 20"/>
          <p:cNvCxnSpPr>
            <a:stCxn id="18" idx="2"/>
            <a:endCxn id="19" idx="0"/>
          </p:cNvCxnSpPr>
          <p:nvPr/>
        </p:nvCxnSpPr>
        <p:spPr>
          <a:xfrm>
            <a:off x="4509770" y="2926080"/>
            <a:ext cx="0" cy="316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9" idx="2"/>
            <a:endCxn id="20" idx="0"/>
          </p:cNvCxnSpPr>
          <p:nvPr/>
        </p:nvCxnSpPr>
        <p:spPr>
          <a:xfrm>
            <a:off x="4509770" y="3610610"/>
            <a:ext cx="635" cy="316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8" idx="3"/>
            <a:endCxn id="18" idx="1"/>
          </p:cNvCxnSpPr>
          <p:nvPr/>
        </p:nvCxnSpPr>
        <p:spPr>
          <a:xfrm flipV="1">
            <a:off x="3331845" y="2741930"/>
            <a:ext cx="521335" cy="1149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号 23"/>
          <p:cNvSpPr/>
          <p:nvPr/>
        </p:nvSpPr>
        <p:spPr>
          <a:xfrm>
            <a:off x="5279390" y="2350135"/>
            <a:ext cx="761365" cy="2103120"/>
          </a:xfrm>
          <a:prstGeom prst="rightBrace">
            <a:avLst>
              <a:gd name="adj1" fmla="val 6905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511925" y="1382395"/>
            <a:ext cx="1929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Hooked by NVBit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81750" y="1843405"/>
            <a:ext cx="201612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zh-CN"/>
              <a:t>检查各个阶段</a:t>
            </a:r>
            <a:r>
              <a:rPr lang="en-US" altLang="zh-CN"/>
              <a:t>API</a:t>
            </a:r>
            <a:r>
              <a:rPr lang="zh-CN" altLang="en-US"/>
              <a:t>（</a:t>
            </a:r>
            <a:r>
              <a:rPr lang="en-US" altLang="zh-CN"/>
              <a:t>ENTRY / EXIT）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5923915" y="2741930"/>
            <a:ext cx="17926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kernelLaunch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8209280" y="2741930"/>
            <a:ext cx="131318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CU</a:t>
            </a:r>
            <a:r>
              <a:rPr lang="en-US" altLang="zh-CN"/>
              <a:t>function</a:t>
            </a:r>
            <a:endParaRPr lang="en-US" altLang="zh-CN"/>
          </a:p>
        </p:txBody>
      </p:sp>
      <p:cxnSp>
        <p:nvCxnSpPr>
          <p:cNvPr id="31" name="直接箭头连接符 30"/>
          <p:cNvCxnSpPr>
            <a:stCxn id="30" idx="2"/>
          </p:cNvCxnSpPr>
          <p:nvPr/>
        </p:nvCxnSpPr>
        <p:spPr>
          <a:xfrm flipH="1">
            <a:off x="7259320" y="3110230"/>
            <a:ext cx="1606550" cy="350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978525" y="3477260"/>
            <a:ext cx="17926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Instr(</a:t>
            </a:r>
            <a:r>
              <a:rPr lang="en-US" altLang="zh-CN"/>
              <a:t>SASS)</a:t>
            </a:r>
            <a:endParaRPr lang="zh-CN" altLang="en-US"/>
          </a:p>
        </p:txBody>
      </p:sp>
      <p:sp>
        <p:nvSpPr>
          <p:cNvPr id="33" name="左大括号 32"/>
          <p:cNvSpPr/>
          <p:nvPr/>
        </p:nvSpPr>
        <p:spPr>
          <a:xfrm>
            <a:off x="7854315" y="3409950"/>
            <a:ext cx="282575" cy="928370"/>
          </a:xfrm>
          <a:prstGeom prst="leftBrac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194675" y="3458845"/>
            <a:ext cx="12776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操作码</a:t>
            </a:r>
            <a:br>
              <a:rPr lang="zh-CN" altLang="en-US" sz="1600"/>
            </a:br>
            <a:r>
              <a:rPr lang="zh-CN" altLang="en-US" sz="1600"/>
              <a:t>谓词寄存器</a:t>
            </a:r>
            <a:br>
              <a:rPr lang="zh-CN" altLang="en-US" sz="1600"/>
            </a:br>
            <a:r>
              <a:rPr lang="zh-CN" altLang="en-US" sz="1600"/>
              <a:t>相对</a:t>
            </a:r>
            <a:r>
              <a:rPr lang="en-US" altLang="zh-CN" sz="1600"/>
              <a:t>PC</a:t>
            </a:r>
            <a:r>
              <a:rPr lang="zh-CN" altLang="en-US" sz="1600"/>
              <a:t>地址</a:t>
            </a:r>
            <a:endParaRPr lang="zh-CN" altLang="en-US" sz="1600"/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5641975" y="4215130"/>
            <a:ext cx="1008380" cy="5943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5979160" y="4875530"/>
            <a:ext cx="179197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目标</a:t>
            </a:r>
            <a:r>
              <a:rPr lang="en-US" altLang="zh-CN"/>
              <a:t>SASS_</a:t>
            </a:r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5315585" y="4867275"/>
            <a:ext cx="688975" cy="384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front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4626610" y="5823585"/>
            <a:ext cx="688975" cy="384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After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5972175" y="3862070"/>
            <a:ext cx="179197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SASS_</a:t>
            </a:r>
            <a:r>
              <a:rPr lang="en-US" altLang="zh-CN"/>
              <a:t>n-1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6004560" y="4424680"/>
            <a:ext cx="3800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保存源寄存器和谓词寄存器的值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2" name="直接箭头连接符 41"/>
          <p:cNvCxnSpPr>
            <a:stCxn id="37" idx="2"/>
          </p:cNvCxnSpPr>
          <p:nvPr/>
        </p:nvCxnSpPr>
        <p:spPr>
          <a:xfrm flipH="1">
            <a:off x="5293995" y="5243830"/>
            <a:ext cx="1581150" cy="559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5972175" y="5496560"/>
            <a:ext cx="13411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写回结果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等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1028700" y="1117600"/>
            <a:ext cx="29210" cy="518604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3045460" y="653415"/>
            <a:ext cx="3162300" cy="22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3045460" y="1092835"/>
            <a:ext cx="3162300" cy="22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圆角矩形 46"/>
          <p:cNvSpPr/>
          <p:nvPr/>
        </p:nvSpPr>
        <p:spPr>
          <a:xfrm>
            <a:off x="3470275" y="509905"/>
            <a:ext cx="2453640" cy="7105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__managed__</a:t>
            </a:r>
            <a:br>
              <a:rPr lang="en-US" altLang="zh-CN"/>
            </a:br>
            <a:r>
              <a:rPr lang="zh-CN" altLang="en-US"/>
              <a:t>统一内存</a:t>
            </a:r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3720465" y="144145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数据共享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7854315" y="4925695"/>
            <a:ext cx="1422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or remove</a:t>
            </a:r>
            <a:endParaRPr lang="en-US" altLang="zh-CN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6" name="直接箭头连接符 5"/>
          <p:cNvCxnSpPr>
            <a:endCxn id="8" idx="0"/>
          </p:cNvCxnSpPr>
          <p:nvPr/>
        </p:nvCxnSpPr>
        <p:spPr>
          <a:xfrm flipH="1">
            <a:off x="2675255" y="2176780"/>
            <a:ext cx="1059180" cy="4959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004560" y="5837555"/>
            <a:ext cx="179197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/>
              <a:t>SASS_</a:t>
            </a:r>
            <a:r>
              <a:rPr lang="en-US" altLang="zh-CN"/>
              <a:t>n+1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WPS 演示</Application>
  <PresentationFormat>宽屏</PresentationFormat>
  <Paragraphs>48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94057</cp:lastModifiedBy>
  <cp:revision>156</cp:revision>
  <dcterms:created xsi:type="dcterms:W3CDTF">2019-06-19T02:08:00Z</dcterms:created>
  <dcterms:modified xsi:type="dcterms:W3CDTF">2025-10-25T15:29:46Z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2052-11.1.0.10943</vt:lpwstr>
  </property>
  <property fmtid="{D5CDD505-2E9C-101B-9397-08002B2CF9AE}" pid="3" name="ICV">
    <vt:lpwstr>A7E8A13BFF1145118B486F7C2257DA9E</vt:lpwstr>
  </property>
</Properties>
</file>